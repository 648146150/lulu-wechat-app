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77940"/>
            <a:ext cx="12192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💰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微信记账本小程序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个人记账 · 本地存储 · 极简设计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zeqi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017520" cy="18288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原生框架开发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无需下载安装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0" y="1280160"/>
            <a:ext cx="3017520" cy="18288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存储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wx.setStorageSync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离线可用，秒级响应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3017520" cy="18288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用户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个人及家庭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日常记账使用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简单易上手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017520" cy="18288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技术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 + WXML + WXSS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无第三方依赖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纯原生组件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01752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月份切换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收支汇总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分类排行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最近记录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301752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➕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062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06240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收支切换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金额输入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分类选择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日期备注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1371600"/>
            <a:ext cx="301752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账单列表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89520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月份筛选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日期分组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收支明细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长按删除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663440"/>
            <a:ext cx="8686800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663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首页       ➕ 记账       📋 账单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349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自定义底部导航栏（三页面切换）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月份切换 + 收支汇总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    2026年6月    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支持翻看任意历史月份，不能翻到未来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0" cy="1280160"/>
          </a:xfrm>
          <a:prstGeom prst="roundRect">
            <a:avLst>
              <a:gd name="adj" fmla="val 10714"/>
            </a:avLst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+3,500    支出 -2,180    结余 +1,320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本月收支实时汇总，收入/支出/结余一目了然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28016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顶部左右箭头切换月份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绿色卡片显示收入/支出/结余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自动计算，无需手动统计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默认显示当前月份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未来月份不可翻（灰色箭头）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分类支出排行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🍽️ 餐饮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¥ 915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23444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234440"/>
            <a:ext cx="1843430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🚗 交通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¥ 545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201168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0116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🛍️ 购物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¥ 392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278892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788920"/>
            <a:ext cx="790042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娱乐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7744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¥ 218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356616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3566160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F4433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居家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377440" y="4297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¥ 110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434340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/>
        </p:spPr>
      </p:sp>
      <p:sp>
        <p:nvSpPr>
          <p:cNvPr id="27" name="Shape 25"/>
          <p:cNvSpPr/>
          <p:nvPr/>
        </p:nvSpPr>
        <p:spPr>
          <a:xfrm>
            <a:off x="3566160" y="4343400"/>
            <a:ext cx="219456" cy="274320"/>
          </a:xfrm>
          <a:prstGeom prst="roundRect">
            <a:avLst>
              <a:gd name="adj" fmla="val 20833"/>
            </a:avLst>
          </a:prstGeom>
          <a:solidFill>
            <a:srgbClr val="F4433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4297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120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当月每个分类自动汇总金额和占比，进度条一目了然，花钱最多的分类排在前面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记账页 — 添加流程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1️⃣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选类型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 / 收入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一键切换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AF5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2️⃣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输金额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5176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数字键盘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自动补全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AF5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3️⃣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选分类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八种分类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图标网格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AF5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4️⃣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80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填信息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备注+日期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可选填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AF50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869680" y="137160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9611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96112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表单验证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自动返回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表单验证：金额必须 &gt; 0 且为有效数字，必须选择分类，否则提示错误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内置分类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支出：🍽️餐饮 🚗交通 🛍️购物 🎮娱乐 🏠居家 💊医疗 📚教育 💸其他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收入：💰工资 🎁奖金 💼兼职 📈理财 ↩️退款 📥其他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账单列表 — 按月筛选 + 日期分组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 2026年6月 ▶    收 3,500 | 支 2,180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2026-06-19    收入 0 | 支出 -80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🍽️  餐饮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🚗  交通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2026-06-18    收入 +3,500 | 支出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 工资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+3,500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1887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按月份筛选，默认当月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按日期分组显示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每日收入/支出小计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收入绿色，支出红色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长按记录弹出删除确认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删除后即时刷新列表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长按任意记录可删除，删除前弹窗确认防止误操作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 pages/*  页面层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记账 · 账单列表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🗄️  utils/storage.js  数据层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增删改查 · 按月筛选 · 分类统计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 wx.setStorageSync()  存储层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微信原生本地存储 API · 沙箱隔离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0" y="1920240"/>
            <a:ext cx="4572000" cy="2926080"/>
          </a:xfrm>
          <a:prstGeom prst="roundRect">
            <a:avLst>
              <a:gd name="adj" fmla="val 3125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01168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"bill_xxx_xxx",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"expense",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50.00,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"餐饮",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"午饭",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date: "2026-06-19",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createTime: "2026-06-19T10:30:00Z"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57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所有数据存在手机微信沙箱内，不经过服务器，单小程序上限10MB，记账数据足够使用数百万条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&amp; 项目信息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1280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微信小程序原生框架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 · WXML · WXSS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wx.Storage（本地键值对）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微信开发者工具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94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零第三方库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~1700 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00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5176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页面 + 工具模块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项目文件结构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18288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19202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new1/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app.js / .json / .wxss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utils/storage.js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pages/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index/    (首页)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add/      (记账)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history/  (账单)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project.config.json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77940"/>
            <a:ext cx="12192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微信记账本小程序 · 第一版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zeqi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微信记账本小程序</dc:title>
  <dc:subject>PptxGenJS Presentation</dc:subject>
  <dc:creator>zeqi</dc:creator>
  <cp:lastModifiedBy>zeqi</cp:lastModifiedBy>
  <cp:revision>1</cp:revision>
  <dcterms:created xsi:type="dcterms:W3CDTF">2026-06-19T11:22:17Z</dcterms:created>
  <dcterms:modified xsi:type="dcterms:W3CDTF">2026-06-19T11:22:17Z</dcterms:modified>
</cp:coreProperties>
</file>